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-6030" y="-114"/>
      </p:cViewPr>
      <p:guideLst>
        <p:guide orient="horz" pos="216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5F3CE2E-ACA8-D3B5-BE39-83B578D956ED}"/>
              </a:ext>
            </a:extLst>
          </p:cNvPr>
          <p:cNvGrpSpPr/>
          <p:nvPr/>
        </p:nvGrpSpPr>
        <p:grpSpPr>
          <a:xfrm>
            <a:off x="878450" y="0"/>
            <a:ext cx="8667059" cy="7134609"/>
            <a:chOff x="878450" y="0"/>
            <a:chExt cx="8667059" cy="713460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99FB9C5-A022-9A33-9697-F37995E8E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450" y="0"/>
              <a:ext cx="6000750" cy="685800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A22AE41-7C59-110A-4ED8-F0448B29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6064" y="35719"/>
              <a:ext cx="3549445" cy="70988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潘旭鸣</dc:creator>
  <cp:lastModifiedBy>旭鸣 潘</cp:lastModifiedBy>
  <cp:revision>6</cp:revision>
  <dcterms:created xsi:type="dcterms:W3CDTF">2023-08-09T12:44:00Z</dcterms:created>
  <dcterms:modified xsi:type="dcterms:W3CDTF">2026-04-23T04:52:36Z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D99234AAF53F4B94AD872713789F34EC_12</vt:lpwstr>
  </property>
</Properties>
</file>