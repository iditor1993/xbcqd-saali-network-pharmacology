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86885" y="588645"/>
            <a:ext cx="3617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各种</a:t>
            </a:r>
            <a:r>
              <a:rPr lang="en-US" altLang="zh-CN"/>
              <a:t>R</a:t>
            </a:r>
            <a:r>
              <a:rPr lang="zh-CN" altLang="en-US"/>
              <a:t>包安装问题的终极解决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15060" y="1287780"/>
            <a:ext cx="887793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通过网盘分享的文件：</a:t>
            </a:r>
            <a:r>
              <a:rPr lang="en-US" altLang="zh-CN" sz="1000"/>
              <a:t>library.rar</a:t>
            </a:r>
            <a:endParaRPr lang="en-US" altLang="zh-CN" sz="1000"/>
          </a:p>
          <a:p>
            <a:r>
              <a:rPr lang="zh-CN" altLang="en-US" sz="1000"/>
              <a:t>链接</a:t>
            </a:r>
            <a:r>
              <a:rPr lang="en-US" altLang="zh-CN" sz="1000"/>
              <a:t>: https://pan.baidu.com/s/1HfqA9LV4P4PzitdfgfBPVw?pwd=qwer </a:t>
            </a:r>
            <a:r>
              <a:rPr lang="zh-CN" altLang="en-US" sz="1000"/>
              <a:t>提取码</a:t>
            </a:r>
            <a:r>
              <a:rPr lang="en-US" altLang="zh-CN" sz="1000"/>
              <a:t>: qwer </a:t>
            </a:r>
            <a:endParaRPr lang="en-US" altLang="zh-CN" sz="1000"/>
          </a:p>
          <a:p>
            <a:r>
              <a:rPr lang="en-US" altLang="zh-CN" sz="1000"/>
              <a:t>--</a:t>
            </a:r>
            <a:r>
              <a:rPr lang="zh-CN" altLang="en-US" sz="1000"/>
              <a:t>来自百度网盘超级会员</a:t>
            </a:r>
            <a:r>
              <a:rPr lang="en-US" altLang="zh-CN" sz="1000"/>
              <a:t>v3</a:t>
            </a:r>
            <a:r>
              <a:rPr lang="zh-CN" altLang="en-US" sz="1000"/>
              <a:t>的分享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1174115" y="2030095"/>
            <a:ext cx="487807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/>
              <a:t>1.</a:t>
            </a:r>
            <a:r>
              <a:rPr lang="zh-CN" altLang="en-US" sz="1000"/>
              <a:t>将下载来的文件解压出来，是一个名为</a:t>
            </a:r>
            <a:r>
              <a:rPr lang="en-US" altLang="zh-CN" sz="1000"/>
              <a:t>library</a:t>
            </a:r>
            <a:r>
              <a:rPr lang="zh-CN" altLang="en-US" sz="1000"/>
              <a:t>的文件夹。</a:t>
            </a:r>
            <a:endParaRPr lang="zh-CN" altLang="en-US" sz="1000"/>
          </a:p>
          <a:p>
            <a:endParaRPr lang="zh-CN" altLang="en-US" sz="1000"/>
          </a:p>
          <a:p>
            <a:r>
              <a:rPr lang="en-US" altLang="zh-CN" sz="1000"/>
              <a:t>2.</a:t>
            </a:r>
            <a:r>
              <a:rPr lang="zh-CN" altLang="en-US" sz="1000"/>
              <a:t>找到</a:t>
            </a:r>
            <a:r>
              <a:rPr lang="en-US" altLang="zh-CN" sz="1000"/>
              <a:t>R</a:t>
            </a:r>
            <a:r>
              <a:rPr lang="zh-CN" altLang="en-US" sz="1000"/>
              <a:t>语言的安装目录，找到一个名为</a:t>
            </a:r>
            <a:r>
              <a:rPr lang="en-US" altLang="zh-CN" sz="1000"/>
              <a:t>library</a:t>
            </a:r>
            <a:r>
              <a:rPr lang="zh-CN" altLang="en-US" sz="1000"/>
              <a:t>的文件夹，删掉它。</a:t>
            </a:r>
            <a:endParaRPr lang="zh-CN" altLang="en-US" sz="1000"/>
          </a:p>
          <a:p>
            <a:endParaRPr lang="zh-CN" altLang="en-US" sz="1000"/>
          </a:p>
          <a:p>
            <a:r>
              <a:rPr lang="en-US" altLang="zh-CN" sz="1000"/>
              <a:t>3.</a:t>
            </a:r>
            <a:r>
              <a:rPr lang="zh-CN" altLang="en-US" sz="1000"/>
              <a:t>将下载来的</a:t>
            </a:r>
            <a:r>
              <a:rPr lang="en-US" altLang="zh-CN" sz="1000"/>
              <a:t>library</a:t>
            </a:r>
            <a:r>
              <a:rPr lang="zh-CN" altLang="en-US" sz="1000"/>
              <a:t>文件夹复制进来替换掉原来的即可。</a:t>
            </a:r>
            <a:endParaRPr lang="zh-CN" altLang="en-US" sz="1000"/>
          </a:p>
          <a:p>
            <a:endParaRPr lang="zh-CN" altLang="en-US" sz="1000"/>
          </a:p>
          <a:p>
            <a:r>
              <a:rPr lang="en-US" altLang="zh-CN" sz="1000"/>
              <a:t>4.</a:t>
            </a:r>
            <a:r>
              <a:rPr lang="zh-CN" altLang="en-US" sz="1000"/>
              <a:t>直接加载你要用的</a:t>
            </a:r>
            <a:r>
              <a:rPr lang="en-US" altLang="zh-CN" sz="1000"/>
              <a:t>R</a:t>
            </a:r>
            <a:r>
              <a:rPr lang="zh-CN" altLang="en-US" sz="1000"/>
              <a:t>包，无需再安装。</a:t>
            </a:r>
            <a:endParaRPr lang="zh-CN" altLang="en-US" sz="1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05" y="3429000"/>
            <a:ext cx="4253230" cy="29527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390640" y="4237355"/>
            <a:ext cx="48780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这是将我已经安装好的</a:t>
            </a:r>
            <a:r>
              <a:rPr lang="en-US" altLang="zh-CN" sz="1000">
                <a:solidFill>
                  <a:srgbClr val="FF0000"/>
                </a:solidFill>
              </a:rPr>
              <a:t>R</a:t>
            </a:r>
            <a:r>
              <a:rPr lang="zh-CN" altLang="en-US" sz="1000">
                <a:solidFill>
                  <a:srgbClr val="FF0000"/>
                </a:solidFill>
              </a:rPr>
              <a:t>包直接复制给你，你不需要再安装</a:t>
            </a:r>
            <a:r>
              <a:rPr lang="en-US" altLang="zh-CN" sz="1000">
                <a:solidFill>
                  <a:srgbClr val="FF0000"/>
                </a:solidFill>
              </a:rPr>
              <a:t>R</a:t>
            </a:r>
            <a:r>
              <a:rPr lang="zh-CN" altLang="en-US" sz="1000">
                <a:solidFill>
                  <a:srgbClr val="FF0000"/>
                </a:solidFill>
              </a:rPr>
              <a:t>包，尽量自己认认真真学怎么安装</a:t>
            </a:r>
            <a:r>
              <a:rPr lang="en-US" altLang="zh-CN" sz="1000">
                <a:solidFill>
                  <a:srgbClr val="FF0000"/>
                </a:solidFill>
              </a:rPr>
              <a:t>R</a:t>
            </a:r>
            <a:r>
              <a:rPr lang="zh-CN" altLang="en-US" sz="1000">
                <a:solidFill>
                  <a:srgbClr val="FF0000"/>
                </a:solidFill>
              </a:rPr>
              <a:t>包，不到万不得已不要使用这一招！！</a:t>
            </a:r>
            <a:endParaRPr lang="zh-CN" altLang="en-US" sz="1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WPS 演示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Peng Hu</cp:lastModifiedBy>
  <cp:revision>157</cp:revision>
  <dcterms:created xsi:type="dcterms:W3CDTF">2019-06-19T02:08:00Z</dcterms:created>
  <dcterms:modified xsi:type="dcterms:W3CDTF">2025-11-22T15:43:17Z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1F8D0740254B4EC39C2BAC385DEBEBF3_11</vt:lpwstr>
  </property>
</Properties>
</file>