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665" y="1709420"/>
            <a:ext cx="6840855" cy="8667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7915" y="663575"/>
            <a:ext cx="990473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找到代码中设置颜色的地方，如下这种颜色块：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颜色可以是双引号中间是英文单词，如下：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颜色也可以使用</a:t>
            </a:r>
            <a:r>
              <a:rPr lang="en-US" altLang="zh-CN"/>
              <a:t>16</a:t>
            </a:r>
            <a:r>
              <a:rPr lang="zh-CN" altLang="en-US"/>
              <a:t>进制符号，更多颜色可用，双引号，中间是</a:t>
            </a:r>
            <a:r>
              <a:rPr lang="en-US" altLang="zh-CN"/>
              <a:t>#</a:t>
            </a:r>
            <a:r>
              <a:rPr lang="zh-CN" altLang="en-US"/>
              <a:t>号和十六进制符号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只有出现颜色块时，才代表</a:t>
            </a:r>
            <a:r>
              <a:rPr lang="en-US" altLang="zh-CN">
                <a:solidFill>
                  <a:srgbClr val="FF0000"/>
                </a:solidFill>
              </a:rPr>
              <a:t>R studio</a:t>
            </a:r>
            <a:r>
              <a:rPr lang="zh-CN" altLang="en-US">
                <a:solidFill>
                  <a:srgbClr val="FF0000"/>
                </a:solidFill>
              </a:rPr>
              <a:t>已经正确识别颜色！！！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15" y="3595370"/>
            <a:ext cx="5362575" cy="3333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505" y="2128520"/>
            <a:ext cx="3597275" cy="3867150"/>
          </a:xfrm>
          <a:prstGeom prst="rect">
            <a:avLst/>
          </a:prstGeom>
        </p:spPr>
      </p:pic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5" y="2128520"/>
            <a:ext cx="4359275" cy="4200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52570" y="194945"/>
            <a:ext cx="3580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找到颜色</a:t>
            </a:r>
            <a:r>
              <a:rPr lang="en-US" altLang="zh-CN"/>
              <a:t>16</a:t>
            </a:r>
            <a:r>
              <a:rPr lang="zh-CN" altLang="en-US"/>
              <a:t>进制符号的方法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12470" y="1493520"/>
            <a:ext cx="3666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word</a:t>
            </a:r>
            <a:r>
              <a:rPr lang="zh-CN" altLang="en-US"/>
              <a:t>里面设置字体颜色的地方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738370" y="3976370"/>
            <a:ext cx="1028700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615045" y="2900045"/>
            <a:ext cx="21050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2. </a:t>
            </a:r>
            <a:r>
              <a:rPr lang="zh-CN" altLang="en-US" sz="1200"/>
              <a:t>在这里选择你要想的颜色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9408795" y="4836795"/>
            <a:ext cx="2105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3.  </a:t>
            </a:r>
            <a:r>
              <a:rPr lang="zh-CN" altLang="en-US" sz="1200"/>
              <a:t>这里的上面一半的颜色就是你选择好的颜色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6402070" y="6087745"/>
            <a:ext cx="1851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4. </a:t>
            </a:r>
            <a:r>
              <a:rPr lang="zh-CN" altLang="en-US" sz="1200"/>
              <a:t>这里是所选择颜色的十六进制符号</a:t>
            </a:r>
            <a:endParaRPr lang="zh-CN" altLang="en-US" sz="120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7071995" y="5176520"/>
            <a:ext cx="238125" cy="90487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8567420" y="4871720"/>
            <a:ext cx="752475" cy="17145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9" idx="1"/>
          </p:cNvCxnSpPr>
          <p:nvPr/>
        </p:nvCxnSpPr>
        <p:spPr>
          <a:xfrm flipH="1">
            <a:off x="7814945" y="3037840"/>
            <a:ext cx="800100" cy="57975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992745" y="1760855"/>
            <a:ext cx="8953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1. </a:t>
            </a:r>
            <a:r>
              <a:rPr lang="zh-CN" altLang="en-US" sz="1200"/>
              <a:t>点这里</a:t>
            </a:r>
            <a:endParaRPr lang="zh-CN" altLang="en-US" sz="1200"/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7310120" y="2061845"/>
            <a:ext cx="942975" cy="72072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WPS 演示</Application>
  <PresentationFormat>宽屏</PresentationFormat>
  <Paragraphs>28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Peng Hu</cp:lastModifiedBy>
  <cp:revision>158</cp:revision>
  <dcterms:created xsi:type="dcterms:W3CDTF">2019-06-19T02:08:00Z</dcterms:created>
  <dcterms:modified xsi:type="dcterms:W3CDTF">2025-09-17T06:46:26Z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145BC72D57B746E4875CAA6BF379DA20_11</vt:lpwstr>
  </property>
</Properties>
</file>